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12600">
            <a:noFill/>
          </a:ln>
        </p:spPr>
        <p:txBody>
          <a:bodyPr lIns="0" tIns="0" rIns="0" bIns="0" anchor="ctr">
            <a:noAutofit/>
          </a:bodyPr>
          <a:p>
            <a:pPr algn="ctr"/>
            <a:r>
              <a:rPr lang="ru-RU" sz="4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Для перемещения страницы щёлкните мышью</a:t>
            </a:r>
            <a:endParaRPr lang="ru-RU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1260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endParaRPr lang="ru-RU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1260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endParaRPr lang="ru-RU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dt" idx="7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1260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endParaRPr lang="ru-RU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ftr" idx="8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12600">
            <a:noFill/>
          </a:ln>
        </p:spPr>
        <p:txBody>
          <a:bodyPr lIns="0" tIns="0" rIns="0" bIns="0" anchor="b">
            <a:noAutofit/>
          </a:bodyPr>
          <a:p>
            <a:pPr indent="0" algn="l">
              <a:buNone/>
            </a:pPr>
            <a:endParaRPr lang="ru-RU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6"/>
          <p:cNvSpPr>
            <a:spLocks noGrp="1"/>
          </p:cNvSpPr>
          <p:nvPr>
            <p:ph type="sldNum" idx="9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1260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lnSpc>
                <a:spcPct val="100000"/>
              </a:lnSpc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egoe U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13E0340D-1459-49EF-80F0-03060410EE83}" type="slidenum"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egoe UI"/>
              </a:rPr>
              <a:t>&lt;номер&gt;</a:t>
            </a:fld>
            <a:endParaRPr lang="ru-RU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Номер слайда 6"/>
          <p:cNvSpPr txBox="1"/>
          <p:nvPr/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algn="r">
              <a:lnSpc>
                <a:spcPct val="100000"/>
              </a:lnSpc>
            </a:pPr>
            <a:fld id="{BFFCF617-A13A-448E-AD26-3D7D9820ACFA}" type="slidenum"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egoe UI"/>
              </a:rPr>
              <a:t>&lt;номер&gt;</a:t>
            </a:fld>
            <a:endParaRPr lang="ru-RU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" name="Номер слайда 6"/>
          <p:cNvSpPr txBox="1"/>
          <p:nvPr/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algn="r">
              <a:lnSpc>
                <a:spcPct val="100000"/>
              </a:lnSpc>
            </a:pPr>
            <a:fld id="{F27A27E8-DEFB-4DCE-90C0-D760D13916D9}" type="slidenum"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egoe UI"/>
              </a:rPr>
              <a:t>&lt;номер&gt;</a:t>
            </a:fld>
            <a:endParaRPr lang="ru-RU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" name="Номер слайда 6"/>
          <p:cNvSpPr txBox="1"/>
          <p:nvPr/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algn="r">
              <a:lnSpc>
                <a:spcPct val="100000"/>
              </a:lnSpc>
            </a:pPr>
            <a:fld id="{9E594113-8CD2-4084-A570-308482F662E4}" type="slidenum"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egoe UI"/>
              </a:rPr>
              <a:t>&lt;номер&gt;</a:t>
            </a:fld>
            <a:endParaRPr lang="ru-RU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" name="Номер слайда 6"/>
          <p:cNvSpPr txBox="1"/>
          <p:nvPr/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algn="r">
              <a:lnSpc>
                <a:spcPct val="100000"/>
              </a:lnSpc>
            </a:pPr>
            <a:fld id="{1E3CD0A7-654D-4FFD-AE67-540E337160A9}" type="slidenum"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egoe UI"/>
              </a:rPr>
              <a:t>&lt;номер&gt;</a:t>
            </a:fld>
            <a:endParaRPr lang="ru-RU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" name="Номер слайда 6"/>
          <p:cNvSpPr txBox="1"/>
          <p:nvPr/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algn="r">
              <a:lnSpc>
                <a:spcPct val="100000"/>
              </a:lnSpc>
            </a:pPr>
            <a:fld id="{E4970F2E-D0EF-4646-B03F-587ACF406B05}" type="slidenum"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egoe UI"/>
              </a:rPr>
              <a:t>&lt;номер&gt;</a:t>
            </a:fld>
            <a:endParaRPr lang="ru-RU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" name="Номер слайда 6"/>
          <p:cNvSpPr txBox="1"/>
          <p:nvPr/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algn="r">
              <a:lnSpc>
                <a:spcPct val="100000"/>
              </a:lnSpc>
            </a:pPr>
            <a:fld id="{0EA5B943-8CD3-41DE-B6AA-D9A245E486A8}" type="slidenum"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egoe UI"/>
              </a:rPr>
              <a:t>&lt;номер&gt;</a:t>
            </a:fld>
            <a:endParaRPr lang="ru-RU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" name="PlaceHolder 1"/>
          <p:cNvSpPr>
            <a:spLocks noGrp="1"/>
          </p:cNvSpPr>
          <p:nvPr>
            <p:ph type="sldImg"/>
          </p:nvPr>
        </p:nvSpPr>
        <p:spPr>
          <a:xfrm>
            <a:off x="217440" y="812880"/>
            <a:ext cx="7124760" cy="4008600"/>
          </a:xfrm>
          <a:prstGeom prst="rect">
            <a:avLst/>
          </a:prstGeom>
          <a:ln w="0">
            <a:noFill/>
          </a:ln>
        </p:spPr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1260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endParaRPr lang="ru-RU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Номер слайда 6"/>
          <p:cNvSpPr txBox="1"/>
          <p:nvPr/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algn="r">
              <a:lnSpc>
                <a:spcPct val="100000"/>
              </a:lnSpc>
            </a:pPr>
            <a:fld id="{1BE38F83-9C16-4F19-8278-3E4BB372B0E5}" type="slidenum"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egoe UI"/>
              </a:rPr>
              <a:t>&lt;номер&gt;</a:t>
            </a:fld>
            <a:endParaRPr lang="ru-RU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" name="Номер слайда 6"/>
          <p:cNvSpPr txBox="1"/>
          <p:nvPr/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algn="r">
              <a:lnSpc>
                <a:spcPct val="100000"/>
              </a:lnSpc>
            </a:pPr>
            <a:fld id="{C6F39228-88B6-4839-807E-54832150BE6D}" type="slidenum"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egoe UI"/>
              </a:rPr>
              <a:t>&lt;номер&gt;</a:t>
            </a:fld>
            <a:endParaRPr lang="ru-RU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" name="Номер слайда 6"/>
          <p:cNvSpPr txBox="1"/>
          <p:nvPr/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algn="r">
              <a:lnSpc>
                <a:spcPct val="100000"/>
              </a:lnSpc>
            </a:pPr>
            <a:fld id="{16DFC5D7-EC9B-45CA-9696-FBB65A223395}" type="slidenum"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egoe UI"/>
              </a:rPr>
              <a:t>&lt;номер&gt;</a:t>
            </a:fld>
            <a:endParaRPr lang="ru-RU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" name="Номер слайда 6"/>
          <p:cNvSpPr txBox="1"/>
          <p:nvPr/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algn="r">
              <a:lnSpc>
                <a:spcPct val="100000"/>
              </a:lnSpc>
            </a:pPr>
            <a:fld id="{A293B289-6600-438B-96A8-476AFA012A02}" type="slidenum"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egoe UI"/>
              </a:rPr>
              <a:t>&lt;номер&gt;</a:t>
            </a:fld>
            <a:endParaRPr lang="ru-RU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" name="Номер слайда 6"/>
          <p:cNvSpPr txBox="1"/>
          <p:nvPr/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algn="r">
              <a:lnSpc>
                <a:spcPct val="100000"/>
              </a:lnSpc>
            </a:pPr>
            <a:fld id="{F0DDBB18-E8C4-44B5-8826-FE93D10CC9C4}" type="slidenum"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egoe UI"/>
              </a:rPr>
              <a:t>&lt;номер&gt;</a:t>
            </a:fld>
            <a:endParaRPr lang="ru-RU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" name="Номер слайда 6"/>
          <p:cNvSpPr txBox="1"/>
          <p:nvPr/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algn="r">
              <a:lnSpc>
                <a:spcPct val="100000"/>
              </a:lnSpc>
            </a:pPr>
            <a:fld id="{492719F1-481C-417B-A957-A7E8B9ED2592}" type="slidenum"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egoe UI"/>
              </a:rPr>
              <a:t>&lt;номер&gt;</a:t>
            </a:fld>
            <a:endParaRPr lang="ru-RU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1"/>
          <p:cNvSpPr>
            <a:spLocks noGrp="1"/>
          </p:cNvSpPr>
          <p:nvPr>
            <p:ph type="sldImg"/>
          </p:nvPr>
        </p:nvSpPr>
        <p:spPr>
          <a:xfrm>
            <a:off x="217440" y="812880"/>
            <a:ext cx="7124760" cy="4008600"/>
          </a:xfrm>
          <a:prstGeom prst="rect">
            <a:avLst/>
          </a:prstGeom>
          <a:ln w="0">
            <a:noFill/>
          </a:ln>
        </p:spPr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1260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endParaRPr lang="ru-RU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Номер слайда 6"/>
          <p:cNvSpPr txBox="1"/>
          <p:nvPr/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algn="r">
              <a:lnSpc>
                <a:spcPct val="100000"/>
              </a:lnSpc>
            </a:pPr>
            <a:fld id="{432D2E3D-ED06-4615-B0E2-81AC2288601E}" type="slidenum"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egoe UI"/>
              </a:rPr>
              <a:t>&lt;номер&gt;</a:t>
            </a:fld>
            <a:endParaRPr lang="ru-RU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" name="Номер слайда 6"/>
          <p:cNvSpPr txBox="1"/>
          <p:nvPr/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algn="r">
              <a:lnSpc>
                <a:spcPct val="100000"/>
              </a:lnSpc>
            </a:pPr>
            <a:fld id="{62633FD4-4667-4C46-AAFF-D1B75A4B1BE1}" type="slidenum"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egoe UI"/>
              </a:rPr>
              <a:t>&lt;номер&gt;</a:t>
            </a:fld>
            <a:endParaRPr lang="ru-RU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" name="Номер слайда 6"/>
          <p:cNvSpPr txBox="1"/>
          <p:nvPr/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algn="r">
              <a:lnSpc>
                <a:spcPct val="100000"/>
              </a:lnSpc>
            </a:pPr>
            <a:fld id="{BEDC00A7-A7C0-4C83-94FE-73C32973F918}" type="slidenum"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egoe UI"/>
              </a:rPr>
              <a:t>&lt;номер&gt;</a:t>
            </a:fld>
            <a:endParaRPr lang="ru-RU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" name="Номер слайда 6"/>
          <p:cNvSpPr txBox="1"/>
          <p:nvPr/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algn="r">
              <a:lnSpc>
                <a:spcPct val="100000"/>
              </a:lnSpc>
            </a:pPr>
            <a:fld id="{7BE62E61-6929-4B8E-BE8E-D2958CE55369}" type="slidenum"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egoe UI"/>
              </a:rPr>
              <a:t>&lt;номер&gt;</a:t>
            </a:fld>
            <a:endParaRPr lang="ru-RU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" name="Номер слайда 6"/>
          <p:cNvSpPr txBox="1"/>
          <p:nvPr/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algn="r">
              <a:lnSpc>
                <a:spcPct val="100000"/>
              </a:lnSpc>
            </a:pPr>
            <a:fld id="{7110432F-32E0-4D84-B869-ACB96053325A}" type="slidenum"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egoe UI"/>
              </a:rPr>
              <a:t>&lt;номер&gt;</a:t>
            </a:fld>
            <a:endParaRPr lang="ru-RU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" name="Номер слайда 6"/>
          <p:cNvSpPr txBox="1"/>
          <p:nvPr/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algn="r">
              <a:lnSpc>
                <a:spcPct val="100000"/>
              </a:lnSpc>
            </a:pPr>
            <a:fld id="{A3B22202-9DD0-4885-BA69-6760D10A5767}" type="slidenum"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egoe UI"/>
              </a:rPr>
              <a:t>&lt;номер&gt;</a:t>
            </a:fld>
            <a:endParaRPr lang="ru-RU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1"/>
          <p:cNvSpPr>
            <a:spLocks noGrp="1"/>
          </p:cNvSpPr>
          <p:nvPr>
            <p:ph type="sldImg"/>
          </p:nvPr>
        </p:nvSpPr>
        <p:spPr>
          <a:xfrm>
            <a:off x="217440" y="812880"/>
            <a:ext cx="7124760" cy="4008600"/>
          </a:xfrm>
          <a:prstGeom prst="rect">
            <a:avLst/>
          </a:prstGeom>
          <a:ln w="0">
            <a:noFill/>
          </a:ln>
        </p:spPr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1260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endParaRPr lang="ru-RU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Номер слайда 6"/>
          <p:cNvSpPr txBox="1"/>
          <p:nvPr/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algn="r">
              <a:lnSpc>
                <a:spcPct val="100000"/>
              </a:lnSpc>
            </a:pPr>
            <a:fld id="{36ED90DD-3B6B-499D-B2AE-774C815712F7}" type="slidenum"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egoe UI"/>
              </a:rPr>
              <a:t>&lt;номер&gt;</a:t>
            </a:fld>
            <a:endParaRPr lang="ru-RU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" name="Номер слайда 6"/>
          <p:cNvSpPr txBox="1"/>
          <p:nvPr/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algn="r">
              <a:lnSpc>
                <a:spcPct val="100000"/>
              </a:lnSpc>
            </a:pPr>
            <a:fld id="{E849FFDD-66FE-487D-A69F-D9445C08D7E2}" type="slidenum"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egoe UI"/>
              </a:rPr>
              <a:t>&lt;номер&gt;</a:t>
            </a:fld>
            <a:endParaRPr lang="ru-RU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" name="Номер слайда 6"/>
          <p:cNvSpPr txBox="1"/>
          <p:nvPr/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algn="r">
              <a:lnSpc>
                <a:spcPct val="100000"/>
              </a:lnSpc>
            </a:pPr>
            <a:fld id="{3EE1C8C2-8996-4F66-8C30-EAE7ABF2F555}" type="slidenum"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egoe UI"/>
              </a:rPr>
              <a:t>&lt;номер&gt;</a:t>
            </a:fld>
            <a:endParaRPr lang="ru-RU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" name="Номер слайда 6"/>
          <p:cNvSpPr txBox="1"/>
          <p:nvPr/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algn="r">
              <a:lnSpc>
                <a:spcPct val="100000"/>
              </a:lnSpc>
            </a:pPr>
            <a:fld id="{FA19DAD8-7EED-4BD4-B5E8-9DE3CEB18071}" type="slidenum"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egoe UI"/>
              </a:rPr>
              <a:t>&lt;номер&gt;</a:t>
            </a:fld>
            <a:endParaRPr lang="ru-RU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" name="Номер слайда 6"/>
          <p:cNvSpPr txBox="1"/>
          <p:nvPr/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algn="r">
              <a:lnSpc>
                <a:spcPct val="100000"/>
              </a:lnSpc>
            </a:pPr>
            <a:fld id="{1750C616-F08C-4621-85C3-C9BAEA408281}" type="slidenum"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egoe UI"/>
              </a:rPr>
              <a:t>&lt;номер&gt;</a:t>
            </a:fld>
            <a:endParaRPr lang="ru-RU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" name="Номер слайда 6"/>
          <p:cNvSpPr txBox="1"/>
          <p:nvPr/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algn="r">
              <a:lnSpc>
                <a:spcPct val="100000"/>
              </a:lnSpc>
            </a:pPr>
            <a:fld id="{4A6C21CF-B629-4A68-B36D-949478295D1F}" type="slidenum"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egoe UI"/>
              </a:rPr>
              <a:t>&lt;номер&gt;</a:t>
            </a:fld>
            <a:endParaRPr lang="ru-RU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" name="PlaceHolder 1"/>
          <p:cNvSpPr>
            <a:spLocks noGrp="1"/>
          </p:cNvSpPr>
          <p:nvPr>
            <p:ph type="sldImg"/>
          </p:nvPr>
        </p:nvSpPr>
        <p:spPr>
          <a:xfrm>
            <a:off x="217440" y="812880"/>
            <a:ext cx="7124760" cy="4008600"/>
          </a:xfrm>
          <a:prstGeom prst="rect">
            <a:avLst/>
          </a:prstGeom>
          <a:ln w="0">
            <a:noFill/>
          </a:ln>
        </p:spPr>
      </p:sp>
      <p:sp>
        <p:nvSpPr>
          <p:cNvPr id="7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1260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endParaRPr lang="ru-RU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Номер слайда 6"/>
          <p:cNvSpPr txBox="1"/>
          <p:nvPr/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algn="r">
              <a:lnSpc>
                <a:spcPct val="100000"/>
              </a:lnSpc>
            </a:pPr>
            <a:fld id="{35AC6E64-5FF6-44AC-B628-82BCEE1E808C}" type="slidenum"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egoe UI"/>
              </a:rPr>
              <a:t>&lt;номер&gt;</a:t>
            </a:fld>
            <a:endParaRPr lang="ru-RU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" name="Номер слайда 4"/>
          <p:cNvSpPr txBox="1"/>
          <p:nvPr/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algn="r">
              <a:lnSpc>
                <a:spcPct val="100000"/>
              </a:lnSpc>
            </a:pPr>
            <a:fld id="{DDA12B9A-FFF2-40E9-AB05-80B90F5BEA1D}" type="slidenum"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egoe UI"/>
              </a:rPr>
              <a:t>&lt;номер&gt;</a:t>
            </a:fld>
            <a:endParaRPr lang="ru-RU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" name="Номер слайда 5"/>
          <p:cNvSpPr txBox="1"/>
          <p:nvPr/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algn="r">
              <a:lnSpc>
                <a:spcPct val="100000"/>
              </a:lnSpc>
            </a:pPr>
            <a:fld id="{53D2BD02-1B3B-4B47-B317-9D966DB1AB20}" type="slidenum"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egoe UI"/>
              </a:rPr>
              <a:t>&lt;номер&gt;</a:t>
            </a:fld>
            <a:endParaRPr lang="ru-RU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" name="Номер слайда 7"/>
          <p:cNvSpPr txBox="1"/>
          <p:nvPr/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algn="r">
              <a:lnSpc>
                <a:spcPct val="100000"/>
              </a:lnSpc>
            </a:pPr>
            <a:fld id="{571E55AA-BE3A-47B7-A3F8-36DC916BD713}" type="slidenum"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egoe UI"/>
              </a:rPr>
              <a:t>&lt;номер&gt;</a:t>
            </a:fld>
            <a:endParaRPr lang="ru-RU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" name="Номер слайда 8"/>
          <p:cNvSpPr txBox="1"/>
          <p:nvPr/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algn="r">
              <a:lnSpc>
                <a:spcPct val="100000"/>
              </a:lnSpc>
            </a:pPr>
            <a:fld id="{2F9FFAE1-9CA6-46E7-9876-0FD27489A7BF}" type="slidenum"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egoe UI"/>
              </a:rPr>
              <a:t>&lt;номер&gt;</a:t>
            </a:fld>
            <a:endParaRPr lang="ru-RU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" name="Номер слайда 9"/>
          <p:cNvSpPr txBox="1"/>
          <p:nvPr/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algn="r">
              <a:lnSpc>
                <a:spcPct val="100000"/>
              </a:lnSpc>
            </a:pPr>
            <a:fld id="{DFA093BE-7732-4B0C-AE4B-94EEC468B77E}" type="slidenum"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egoe UI"/>
              </a:rPr>
              <a:t>&lt;номер&gt;</a:t>
            </a:fld>
            <a:endParaRPr lang="ru-RU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" name="PlaceHolder 1"/>
          <p:cNvSpPr>
            <a:spLocks noGrp="1"/>
          </p:cNvSpPr>
          <p:nvPr>
            <p:ph type="sldImg"/>
          </p:nvPr>
        </p:nvSpPr>
        <p:spPr>
          <a:xfrm>
            <a:off x="217440" y="812880"/>
            <a:ext cx="7124760" cy="4008600"/>
          </a:xfrm>
          <a:prstGeom prst="rect">
            <a:avLst/>
          </a:prstGeom>
          <a:ln w="0">
            <a:noFill/>
          </a:ln>
        </p:spPr>
      </p:sp>
      <p:sp>
        <p:nvSpPr>
          <p:cNvPr id="80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1260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endParaRPr lang="ru-RU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Номер слайда 6"/>
          <p:cNvSpPr txBox="1"/>
          <p:nvPr/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algn="r">
              <a:lnSpc>
                <a:spcPct val="100000"/>
              </a:lnSpc>
            </a:pPr>
            <a:fld id="{C24AB3A8-C621-4DC5-900F-48B7E69E7F44}" type="slidenum"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egoe UI"/>
              </a:rPr>
              <a:t>&lt;номер&gt;</a:t>
            </a:fld>
            <a:endParaRPr lang="ru-RU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" name="Номер слайда 10"/>
          <p:cNvSpPr txBox="1"/>
          <p:nvPr/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algn="r">
              <a:lnSpc>
                <a:spcPct val="100000"/>
              </a:lnSpc>
            </a:pPr>
            <a:fld id="{D39C8220-BCEE-429D-915E-FCF306DEDC02}" type="slidenum"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egoe UI"/>
              </a:rPr>
              <a:t>&lt;номер&gt;</a:t>
            </a:fld>
            <a:endParaRPr lang="ru-RU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" name="Номер слайда 11"/>
          <p:cNvSpPr txBox="1"/>
          <p:nvPr/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algn="r">
              <a:lnSpc>
                <a:spcPct val="100000"/>
              </a:lnSpc>
            </a:pPr>
            <a:fld id="{5DE5BC62-066D-4D6A-9707-8157BC61E041}" type="slidenum"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egoe UI"/>
              </a:rPr>
              <a:t>&lt;номер&gt;</a:t>
            </a:fld>
            <a:endParaRPr lang="ru-RU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" name="Номер слайда 12"/>
          <p:cNvSpPr txBox="1"/>
          <p:nvPr/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algn="r">
              <a:lnSpc>
                <a:spcPct val="100000"/>
              </a:lnSpc>
            </a:pPr>
            <a:fld id="{73966D71-01EE-4D58-ABC5-ACA61556389C}" type="slidenum"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egoe UI"/>
              </a:rPr>
              <a:t>&lt;номер&gt;</a:t>
            </a:fld>
            <a:endParaRPr lang="ru-RU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" name="Номер слайда 13"/>
          <p:cNvSpPr txBox="1"/>
          <p:nvPr/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algn="r">
              <a:lnSpc>
                <a:spcPct val="100000"/>
              </a:lnSpc>
            </a:pPr>
            <a:fld id="{CF90EBD5-F5AD-4797-892D-95AF6C052500}" type="slidenum"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egoe UI"/>
              </a:rPr>
              <a:t>&lt;номер&gt;</a:t>
            </a:fld>
            <a:endParaRPr lang="ru-RU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" name="Номер слайда 14"/>
          <p:cNvSpPr txBox="1"/>
          <p:nvPr/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algn="r">
              <a:lnSpc>
                <a:spcPct val="100000"/>
              </a:lnSpc>
            </a:pPr>
            <a:fld id="{E114E317-C183-4DDB-80DF-3056E2E89679}" type="slidenum"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egoe UI"/>
              </a:rPr>
              <a:t>&lt;номер&gt;</a:t>
            </a:fld>
            <a:endParaRPr lang="ru-RU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" name="PlaceHolder 1"/>
          <p:cNvSpPr>
            <a:spLocks noGrp="1"/>
          </p:cNvSpPr>
          <p:nvPr>
            <p:ph type="sldImg"/>
          </p:nvPr>
        </p:nvSpPr>
        <p:spPr>
          <a:xfrm>
            <a:off x="217440" y="812880"/>
            <a:ext cx="7124760" cy="4008600"/>
          </a:xfrm>
          <a:prstGeom prst="rect">
            <a:avLst/>
          </a:prstGeom>
          <a:ln w="0">
            <a:noFill/>
          </a:ln>
        </p:spPr>
      </p:sp>
      <p:sp>
        <p:nvSpPr>
          <p:cNvPr id="88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1260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endParaRPr lang="ru-RU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Номер слайда 6"/>
          <p:cNvSpPr txBox="1"/>
          <p:nvPr/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algn="r">
              <a:lnSpc>
                <a:spcPct val="100000"/>
              </a:lnSpc>
            </a:pPr>
            <a:fld id="{2DC655CB-7D30-4C9A-AA75-E7077FE1DC25}" type="slidenum"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egoe UI"/>
              </a:rPr>
              <a:t>&lt;номер&gt;</a:t>
            </a:fld>
            <a:endParaRPr lang="ru-RU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" name="Номер слайда 15"/>
          <p:cNvSpPr txBox="1"/>
          <p:nvPr/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algn="r">
              <a:lnSpc>
                <a:spcPct val="100000"/>
              </a:lnSpc>
            </a:pPr>
            <a:fld id="{B8DEF780-C989-49EB-8732-73C2E0E3C930}" type="slidenum"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egoe UI"/>
              </a:rPr>
              <a:t>&lt;номер&gt;</a:t>
            </a:fld>
            <a:endParaRPr lang="ru-RU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" name="Номер слайда 16"/>
          <p:cNvSpPr txBox="1"/>
          <p:nvPr/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algn="r">
              <a:lnSpc>
                <a:spcPct val="100000"/>
              </a:lnSpc>
            </a:pPr>
            <a:fld id="{E0E7E6DE-F796-4C1C-84C1-402C7C6932F8}" type="slidenum"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egoe UI"/>
              </a:rPr>
              <a:t>&lt;номер&gt;</a:t>
            </a:fld>
            <a:endParaRPr lang="ru-RU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" name="Номер слайда 17"/>
          <p:cNvSpPr txBox="1"/>
          <p:nvPr/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algn="r">
              <a:lnSpc>
                <a:spcPct val="100000"/>
              </a:lnSpc>
            </a:pPr>
            <a:fld id="{897AD5BB-4D72-40CF-A350-615455E043C8}" type="slidenum"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egoe UI"/>
              </a:rPr>
              <a:t>&lt;номер&gt;</a:t>
            </a:fld>
            <a:endParaRPr lang="ru-RU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" name="Номер слайда 18"/>
          <p:cNvSpPr txBox="1"/>
          <p:nvPr/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algn="r">
              <a:lnSpc>
                <a:spcPct val="100000"/>
              </a:lnSpc>
            </a:pPr>
            <a:fld id="{C17B8C6A-8ADA-432A-B640-8F308DCC0F1F}" type="slidenum"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egoe UI"/>
              </a:rPr>
              <a:t>&lt;номер&gt;</a:t>
            </a:fld>
            <a:endParaRPr lang="ru-RU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" name="Номер слайда 19"/>
          <p:cNvSpPr txBox="1"/>
          <p:nvPr/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algn="r">
              <a:lnSpc>
                <a:spcPct val="100000"/>
              </a:lnSpc>
            </a:pPr>
            <a:fld id="{7CF975EA-E585-4603-8FB6-25549E1D746C}" type="slidenum"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egoe UI"/>
              </a:rPr>
              <a:t>&lt;номер&gt;</a:t>
            </a:fld>
            <a:endParaRPr lang="ru-RU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" name="PlaceHolder 1"/>
          <p:cNvSpPr>
            <a:spLocks noGrp="1"/>
          </p:cNvSpPr>
          <p:nvPr>
            <p:ph type="sldImg"/>
          </p:nvPr>
        </p:nvSpPr>
        <p:spPr>
          <a:xfrm>
            <a:off x="217440" y="812880"/>
            <a:ext cx="7124760" cy="4008600"/>
          </a:xfrm>
          <a:prstGeom prst="rect">
            <a:avLst/>
          </a:prstGeom>
          <a:ln w="0">
            <a:noFill/>
          </a:ln>
        </p:spPr>
      </p:sp>
      <p:sp>
        <p:nvSpPr>
          <p:cNvPr id="96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1260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endParaRPr lang="ru-RU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Номер слайда 6"/>
          <p:cNvSpPr txBox="1"/>
          <p:nvPr/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algn="r">
              <a:lnSpc>
                <a:spcPct val="100000"/>
              </a:lnSpc>
            </a:pPr>
            <a:fld id="{713F75D4-840D-43F5-A325-12B9F2EABA61}" type="slidenum"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egoe UI"/>
              </a:rPr>
              <a:t>&lt;номер&gt;</a:t>
            </a:fld>
            <a:endParaRPr lang="ru-RU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" name="Номер слайда 6"/>
          <p:cNvSpPr txBox="1"/>
          <p:nvPr/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algn="r">
              <a:lnSpc>
                <a:spcPct val="100000"/>
              </a:lnSpc>
            </a:pPr>
            <a:fld id="{A2D5D3C5-2706-4DDD-B806-543089290817}" type="slidenum"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egoe UI"/>
              </a:rPr>
              <a:t>&lt;номер&gt;</a:t>
            </a:fld>
            <a:endParaRPr lang="ru-RU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" name="Номер слайда 6"/>
          <p:cNvSpPr txBox="1"/>
          <p:nvPr/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algn="r">
              <a:lnSpc>
                <a:spcPct val="100000"/>
              </a:lnSpc>
            </a:pPr>
            <a:fld id="{0BCC3915-4045-49D6-95C6-F97B1C9FA7C5}" type="slidenum"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egoe UI"/>
              </a:rPr>
              <a:t>&lt;номер&gt;</a:t>
            </a:fld>
            <a:endParaRPr lang="ru-RU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" name="Номер слайда 6"/>
          <p:cNvSpPr txBox="1"/>
          <p:nvPr/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algn="r">
              <a:lnSpc>
                <a:spcPct val="100000"/>
              </a:lnSpc>
            </a:pPr>
            <a:fld id="{843C74CF-2F0A-42F5-B3AE-6BCFC5FCC6CE}" type="slidenum"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egoe UI"/>
              </a:rPr>
              <a:t>&lt;номер&gt;</a:t>
            </a:fld>
            <a:endParaRPr lang="ru-RU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" name="Номер слайда 2"/>
          <p:cNvSpPr txBox="1"/>
          <p:nvPr/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algn="r">
              <a:lnSpc>
                <a:spcPct val="100000"/>
              </a:lnSpc>
            </a:pPr>
            <a:fld id="{43842706-C32F-40CE-9814-6981F8FE98E1}" type="slidenum"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egoe UI"/>
              </a:rPr>
              <a:t>&lt;номер&gt;</a:t>
            </a:fld>
            <a:endParaRPr lang="ru-RU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" name="Номер слайда 3"/>
          <p:cNvSpPr txBox="1"/>
          <p:nvPr/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algn="r">
              <a:lnSpc>
                <a:spcPct val="100000"/>
              </a:lnSpc>
            </a:pPr>
            <a:fld id="{523F3BD9-FBA1-41BD-809F-5FEAC05DC95E}" type="slidenum"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egoe UI"/>
              </a:rPr>
              <a:t>&lt;номер&gt;</a:t>
            </a:fld>
            <a:endParaRPr lang="ru-RU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" name="PlaceHolder 1"/>
          <p:cNvSpPr>
            <a:spLocks noGrp="1"/>
          </p:cNvSpPr>
          <p:nvPr>
            <p:ph type="sldImg"/>
          </p:nvPr>
        </p:nvSpPr>
        <p:spPr>
          <a:xfrm>
            <a:off x="217440" y="812880"/>
            <a:ext cx="7124760" cy="4008600"/>
          </a:xfrm>
          <a:prstGeom prst="rect">
            <a:avLst/>
          </a:prstGeom>
          <a:ln w="0">
            <a:noFill/>
          </a:ln>
        </p:spPr>
      </p:sp>
      <p:sp>
        <p:nvSpPr>
          <p:cNvPr id="104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1260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endParaRPr lang="ru-RU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ster6-Layout7-blank-Пустой-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D4ADC51-5262-41ED-9FBD-E474D43D97F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ster9-Layout7-blank-Пустой-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6C70993-4277-4BC6-8134-4CC1E147321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ctr">
            <a:noAutofit/>
          </a:bodyPr>
          <a:p>
            <a:pPr indent="0" algn="l">
              <a:buNone/>
            </a:pPr>
            <a:endParaRPr lang="ru-R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ctr" anchorCtr="1">
            <a:noAutofit/>
          </a:bodyPr>
          <a:p>
            <a:pPr indent="0" algn="l">
              <a:buNone/>
            </a:pPr>
            <a:endParaRPr lang="ru-R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ru-RU" sz="1200" b="0" u="none" strike="noStrike">
                <a:solidFill>
                  <a:srgbClr val="8B8B8B"/>
                </a:solidFill>
                <a:effectLst/>
                <a:uFillTx/>
                <a:latin typeface="Calibri"/>
                <a:ea typeface="Segoe U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D1D8563C-4EC4-41B4-90E4-9B9A84FCFA1C}" type="slidenum">
              <a:rPr lang="ru-RU" sz="1200" b="0" u="none" strike="noStrike">
                <a:solidFill>
                  <a:srgbClr val="8B8B8B"/>
                </a:solidFill>
                <a:effectLst/>
                <a:uFillTx/>
                <a:latin typeface="Calibri"/>
                <a:ea typeface="Segoe UI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12600">
            <a:noFill/>
          </a:ln>
        </p:spPr>
        <p:txBody>
          <a:bodyPr lIns="0" tIns="0" rIns="0" bIns="0" anchor="ctr" anchorCtr="1">
            <a:noAutofit/>
          </a:bodyPr>
          <a:p>
            <a:pPr indent="0" algn="ctr">
              <a:buNone/>
            </a:pPr>
            <a:endParaRPr lang="ru-RU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1260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ctr">
            <a:noAutofit/>
          </a:bodyPr>
          <a:p>
            <a:pPr indent="0" algn="l">
              <a:buNone/>
            </a:pPr>
            <a:endParaRPr lang="ru-R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ctr" anchorCtr="1">
            <a:noAutofit/>
          </a:bodyPr>
          <a:p>
            <a:pPr indent="0" algn="l">
              <a:buNone/>
            </a:pPr>
            <a:endParaRPr lang="ru-RU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ru-RU" sz="1200" b="0" u="none" strike="noStrike">
                <a:solidFill>
                  <a:srgbClr val="8B8B8B"/>
                </a:solidFill>
                <a:effectLst/>
                <a:uFillTx/>
                <a:latin typeface="Calibri"/>
                <a:ea typeface="Segoe U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6B075AF6-457C-4142-BB17-9251CB90F219}" type="slidenum">
              <a:rPr lang="ru-RU" sz="1200" b="0" u="none" strike="noStrike">
                <a:solidFill>
                  <a:srgbClr val="8B8B8B"/>
                </a:solidFill>
                <a:effectLst/>
                <a:uFillTx/>
                <a:latin typeface="Calibri"/>
                <a:ea typeface="Segoe UI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12600">
            <a:noFill/>
          </a:ln>
        </p:spPr>
        <p:txBody>
          <a:bodyPr lIns="0" tIns="0" rIns="0" bIns="0" anchor="ctr" anchorCtr="1">
            <a:noAutofit/>
          </a:bodyPr>
          <a:p>
            <a:pPr indent="0" algn="ctr">
              <a:buNone/>
            </a:pPr>
            <a:endParaRPr lang="ru-RU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1260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4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5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6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7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Рисунок 4"/>
          <p:cNvPicPr/>
          <p:nvPr/>
        </p:nvPicPr>
        <p:blipFill>
          <a:blip r:embed="rId1"/>
          <a:stretch/>
        </p:blipFill>
        <p:spPr>
          <a:xfrm>
            <a:off x="1080" y="0"/>
            <a:ext cx="12191040" cy="8127000"/>
          </a:xfrm>
          <a:prstGeom prst="rect">
            <a:avLst/>
          </a:prstGeom>
          <a:noFill/>
          <a:ln w="12600">
            <a:noFill/>
          </a:ln>
        </p:spPr>
      </p:pic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260640" y="900000"/>
            <a:ext cx="11619360" cy="372960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b" anchorCtr="1">
            <a:norm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3600" b="1" u="none" strike="noStrike">
                <a:solidFill>
                  <a:srgbClr val="2657A0"/>
                </a:solidFill>
                <a:effectLst/>
                <a:uFillTx/>
                <a:latin typeface="Montserrat"/>
                <a:ea typeface="Microsoft YaHei"/>
              </a:rPr>
              <a:t>Предложения</a:t>
            </a:r>
            <a:br>
              <a:rPr sz="3600"/>
            </a:br>
            <a:r>
              <a:rPr lang="ru-RU" sz="3600" b="1" u="none" strike="noStrike">
                <a:solidFill>
                  <a:srgbClr val="2657A0"/>
                </a:solidFill>
                <a:effectLst/>
                <a:uFillTx/>
                <a:latin typeface="Montserrat"/>
                <a:ea typeface="Microsoft YaHei"/>
              </a:rPr>
              <a:t> о приведении</a:t>
            </a:r>
            <a:r>
              <a:rPr lang="en-US" sz="3600" b="1" u="none" strike="noStrike">
                <a:solidFill>
                  <a:srgbClr val="2657A0"/>
                </a:solidFill>
                <a:effectLst/>
                <a:uFillTx/>
                <a:latin typeface="Montserrat"/>
                <a:ea typeface="Microsoft YaHei"/>
              </a:rPr>
              <a:t> </a:t>
            </a:r>
            <a:r>
              <a:rPr lang="ru-RU" sz="3600" b="1" u="none" strike="noStrike">
                <a:solidFill>
                  <a:srgbClr val="2657A0"/>
                </a:solidFill>
                <a:effectLst/>
                <a:uFillTx/>
                <a:latin typeface="Montserrat"/>
                <a:ea typeface="Microsoft YaHei"/>
              </a:rPr>
              <a:t> Краснотурьинского ЦЗ</a:t>
            </a:r>
            <a:br>
              <a:rPr sz="3600"/>
            </a:br>
            <a:r>
              <a:rPr lang="ru-RU" sz="3600" b="1" u="none" strike="noStrike">
                <a:solidFill>
                  <a:srgbClr val="2657A0"/>
                </a:solidFill>
                <a:effectLst/>
                <a:uFillTx/>
                <a:latin typeface="Montserrat"/>
                <a:ea typeface="Microsoft YaHei"/>
              </a:rPr>
              <a:t> в соответствие</a:t>
            </a:r>
            <a:r>
              <a:rPr lang="en-US" sz="3600" b="1" u="none" strike="noStrike">
                <a:solidFill>
                  <a:srgbClr val="2657A0"/>
                </a:solidFill>
                <a:effectLst/>
                <a:uFillTx/>
                <a:latin typeface="Montserrat"/>
                <a:ea typeface="Microsoft YaHei"/>
              </a:rPr>
              <a:t> </a:t>
            </a:r>
            <a:r>
              <a:rPr lang="ru-RU" sz="3600" b="1" u="none" strike="noStrike">
                <a:solidFill>
                  <a:srgbClr val="2657A0"/>
                </a:solidFill>
                <a:effectLst/>
                <a:uFillTx/>
                <a:latin typeface="Montserrat"/>
                <a:ea typeface="Microsoft YaHei"/>
              </a:rPr>
              <a:t> с </a:t>
            </a:r>
            <a:r>
              <a:rPr lang="en-US" sz="3600" b="1" u="none" strike="noStrike">
                <a:solidFill>
                  <a:srgbClr val="2657A0"/>
                </a:solidFill>
                <a:effectLst/>
                <a:uFillTx/>
                <a:latin typeface="Montserrat"/>
                <a:ea typeface="Microsoft YaHei"/>
              </a:rPr>
              <a:t> </a:t>
            </a:r>
            <a:r>
              <a:rPr lang="ru-RU" sz="3600" b="1" u="none" strike="noStrike">
                <a:solidFill>
                  <a:srgbClr val="2657A0"/>
                </a:solidFill>
                <a:effectLst/>
                <a:uFillTx/>
                <a:latin typeface="Montserrat"/>
                <a:ea typeface="Microsoft YaHei"/>
              </a:rPr>
              <a:t>Руководством</a:t>
            </a:r>
            <a:br>
              <a:rPr sz="3600"/>
            </a:br>
            <a:r>
              <a:rPr lang="ru-RU" sz="3600" b="1" u="none" strike="noStrike">
                <a:solidFill>
                  <a:srgbClr val="2657A0"/>
                </a:solidFill>
                <a:effectLst/>
                <a:uFillTx/>
                <a:latin typeface="Montserrat"/>
                <a:ea typeface="Microsoft YaHei"/>
              </a:rPr>
              <a:t> по </a:t>
            </a:r>
            <a:r>
              <a:rPr lang="en-US" sz="3600" b="1" u="none" strike="noStrike">
                <a:solidFill>
                  <a:srgbClr val="2657A0"/>
                </a:solidFill>
                <a:effectLst/>
                <a:uFillTx/>
                <a:latin typeface="Montserrat"/>
                <a:ea typeface="Microsoft YaHei"/>
              </a:rPr>
              <a:t> </a:t>
            </a:r>
            <a:r>
              <a:rPr lang="ru-RU" sz="3600" b="1" u="none" strike="noStrike">
                <a:solidFill>
                  <a:srgbClr val="2657A0"/>
                </a:solidFill>
                <a:effectLst/>
                <a:uFillTx/>
                <a:latin typeface="Montserrat"/>
                <a:ea typeface="Microsoft YaHei"/>
              </a:rPr>
              <a:t>фирменному </a:t>
            </a:r>
            <a:r>
              <a:rPr lang="en-US" sz="3600" b="1" u="none" strike="noStrike">
                <a:solidFill>
                  <a:srgbClr val="2657A0"/>
                </a:solidFill>
                <a:effectLst/>
                <a:uFillTx/>
                <a:latin typeface="Montserrat"/>
                <a:ea typeface="Microsoft YaHei"/>
              </a:rPr>
              <a:t> </a:t>
            </a:r>
            <a:r>
              <a:rPr lang="ru-RU" sz="3600" b="1" u="none" strike="noStrike">
                <a:solidFill>
                  <a:srgbClr val="2657A0"/>
                </a:solidFill>
                <a:effectLst/>
                <a:uFillTx/>
                <a:latin typeface="Montserrat"/>
                <a:ea typeface="Microsoft YaHei"/>
              </a:rPr>
              <a:t>стилю </a:t>
            </a:r>
            <a:r>
              <a:rPr lang="en-US" sz="3600" b="1" u="none" strike="noStrike">
                <a:solidFill>
                  <a:srgbClr val="2657A0"/>
                </a:solidFill>
                <a:effectLst/>
                <a:uFillTx/>
                <a:latin typeface="Montserrat"/>
                <a:ea typeface="Microsoft YaHei"/>
              </a:rPr>
              <a:t> </a:t>
            </a:r>
            <a:r>
              <a:rPr lang="ru-RU" sz="3600" b="1" u="none" strike="noStrike">
                <a:solidFill>
                  <a:srgbClr val="2657A0"/>
                </a:solidFill>
                <a:effectLst/>
                <a:uFillTx/>
                <a:latin typeface="Montserrat"/>
                <a:ea typeface="Microsoft YaHei"/>
              </a:rPr>
              <a:t>бренда</a:t>
            </a:r>
            <a:br>
              <a:rPr sz="3600"/>
            </a:br>
            <a:r>
              <a:rPr lang="ru-RU" sz="3600" b="1" u="none" strike="noStrike">
                <a:solidFill>
                  <a:srgbClr val="2657A0"/>
                </a:solidFill>
                <a:effectLst/>
                <a:uFillTx/>
                <a:latin typeface="Montserrat"/>
                <a:ea typeface="Microsoft YaHei"/>
              </a:rPr>
              <a:t> «Работа России»</a:t>
            </a:r>
            <a:endParaRPr lang="ru-RU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TextBox 3"/>
          <p:cNvSpPr txBox="1"/>
          <p:nvPr/>
        </p:nvSpPr>
        <p:spPr>
          <a:xfrm>
            <a:off x="7043400" y="5236920"/>
            <a:ext cx="3937680" cy="6483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 algn="r">
              <a:lnSpc>
                <a:spcPct val="100000"/>
              </a:lnSpc>
            </a:pPr>
            <a:r>
              <a:rPr lang="ru-RU" sz="1800" b="0" u="none" strike="noStrike">
                <a:solidFill>
                  <a:srgbClr val="2657A0"/>
                </a:solidFill>
                <a:effectLst/>
                <a:uFillTx/>
                <a:latin typeface="Montserrat SemiBold"/>
                <a:ea typeface="Microsoft YaHei"/>
              </a:rPr>
              <a:t>Докладчик:  О.Г. Иванова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>
              <a:lnSpc>
                <a:spcPct val="100000"/>
              </a:lnSpc>
            </a:pPr>
            <a:r>
              <a:rPr lang="ru-RU" sz="1800" b="1" u="none" strike="noStrike">
                <a:solidFill>
                  <a:srgbClr val="2657A0"/>
                </a:solidFill>
                <a:effectLst/>
                <a:uFillTx/>
                <a:latin typeface="Montserrat SemiBold"/>
                <a:ea typeface="Microsoft YaHei"/>
              </a:rPr>
              <a:t>18 ноября 2025 г.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3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Рисунок 12"/>
          <p:cNvPicPr/>
          <p:nvPr/>
        </p:nvPicPr>
        <p:blipFill>
          <a:blip r:embed="rId1"/>
          <a:stretch/>
        </p:blipFill>
        <p:spPr>
          <a:xfrm>
            <a:off x="1080" y="0"/>
            <a:ext cx="12191040" cy="8127000"/>
          </a:xfrm>
          <a:prstGeom prst="rect">
            <a:avLst/>
          </a:prstGeom>
          <a:noFill/>
          <a:ln w="12600">
            <a:noFill/>
          </a:ln>
        </p:spPr>
      </p:pic>
      <p:sp>
        <p:nvSpPr>
          <p:cNvPr id="22" name="PlaceHolder 1"/>
          <p:cNvSpPr>
            <a:spLocks noGrp="1"/>
          </p:cNvSpPr>
          <p:nvPr>
            <p:ph/>
          </p:nvPr>
        </p:nvSpPr>
        <p:spPr>
          <a:xfrm>
            <a:off x="8280000" y="1440000"/>
            <a:ext cx="3780000" cy="336564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t">
            <a:normAutofit/>
          </a:bodyPr>
          <a:p>
            <a:pPr indent="0" algn="l">
              <a:lnSpc>
                <a:spcPct val="105000"/>
              </a:lnSpc>
              <a:tabLst>
                <a:tab pos="0" algn="l"/>
              </a:tabLst>
            </a:pPr>
            <a:r>
              <a:rPr lang="ru-RU" sz="1800" b="1" u="none" strike="noStrike">
                <a:solidFill>
                  <a:srgbClr val="2657A0"/>
                </a:solidFill>
                <a:effectLst/>
                <a:highlight>
                  <a:srgbClr val="FFBFFF"/>
                </a:highlight>
                <a:uFillTx/>
                <a:latin typeface="Montserrat"/>
                <a:ea typeface="Microsoft YaHei"/>
              </a:rPr>
              <a:t>1. Входная зона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5000"/>
              </a:lnSpc>
              <a:tabLst>
                <a:tab pos="0" algn="l"/>
              </a:tabLst>
            </a:pPr>
            <a:r>
              <a:rPr lang="ru-RU" sz="1800" b="1" u="none" strike="noStrike">
                <a:solidFill>
                  <a:srgbClr val="2657A0"/>
                </a:solidFill>
                <a:effectLst/>
                <a:highlight>
                  <a:srgbClr val="BFBFFF"/>
                </a:highlight>
                <a:uFillTx/>
                <a:latin typeface="Montserrat"/>
                <a:ea typeface="Microsoft YaHei"/>
              </a:rPr>
              <a:t>2. Ресепшн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5000"/>
              </a:lnSpc>
              <a:tabLst>
                <a:tab pos="0" algn="l"/>
              </a:tabLst>
            </a:pPr>
            <a:r>
              <a:rPr lang="ru-RU" sz="1800" b="1" u="none" strike="noStrike">
                <a:solidFill>
                  <a:srgbClr val="2657A0"/>
                </a:solidFill>
                <a:effectLst/>
                <a:highlight>
                  <a:srgbClr val="FFDFBF"/>
                </a:highlight>
                <a:uFillTx/>
                <a:latin typeface="Montserrat"/>
                <a:ea typeface="Microsoft YaHei"/>
              </a:rPr>
              <a:t>2.1. Гардероб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5000"/>
              </a:lnSpc>
              <a:tabLst>
                <a:tab pos="0" algn="l"/>
              </a:tabLst>
            </a:pPr>
            <a:r>
              <a:rPr lang="ru-RU" sz="1800" b="1" u="none" strike="noStrike">
                <a:solidFill>
                  <a:srgbClr val="2657A0"/>
                </a:solidFill>
                <a:effectLst/>
                <a:highlight>
                  <a:srgbClr val="BFBFFF"/>
                </a:highlight>
                <a:uFillTx/>
                <a:latin typeface="Montserrat"/>
                <a:ea typeface="Microsoft YaHei"/>
              </a:rPr>
              <a:t>3. Сектор ожидания для граждан. Сектор цифровых сервисов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5000"/>
              </a:lnSpc>
              <a:tabLst>
                <a:tab pos="0" algn="l"/>
              </a:tabLst>
            </a:pPr>
            <a:r>
              <a:rPr lang="ru-RU" sz="1800" b="1" u="none" strike="noStrike">
                <a:solidFill>
                  <a:srgbClr val="2657A0"/>
                </a:solidFill>
                <a:effectLst/>
                <a:highlight>
                  <a:srgbClr val="BFBFFF"/>
                </a:highlight>
                <a:uFillTx/>
                <a:latin typeface="Montserrat"/>
                <a:ea typeface="Microsoft YaHei"/>
              </a:rPr>
              <a:t>3.1. Детская зона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5000"/>
              </a:lnSpc>
              <a:tabLst>
                <a:tab pos="0" algn="l"/>
              </a:tabLst>
            </a:pPr>
            <a:r>
              <a:rPr lang="ru-RU" sz="1800" b="1" u="none" strike="noStrike">
                <a:solidFill>
                  <a:srgbClr val="2657A0"/>
                </a:solidFill>
                <a:effectLst/>
                <a:highlight>
                  <a:srgbClr val="BFFFBF"/>
                </a:highlight>
                <a:uFillTx/>
                <a:latin typeface="Montserrat"/>
                <a:ea typeface="Microsoft YaHei"/>
              </a:rPr>
              <a:t>4. Зона первичного приёма граждан. Зона индивидуальной работы с гражданами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5000"/>
              </a:lnSpc>
              <a:tabLst>
                <a:tab pos="0" algn="l"/>
              </a:tabLst>
            </a:pPr>
            <a:r>
              <a:rPr lang="ru-RU" sz="1800" b="1" u="none" strike="noStrike">
                <a:solidFill>
                  <a:srgbClr val="2657A0"/>
                </a:solidFill>
                <a:effectLst/>
                <a:highlight>
                  <a:srgbClr val="BFFFBF"/>
                </a:highlight>
                <a:uFillTx/>
                <a:latin typeface="Montserrat"/>
                <a:ea typeface="Microsoft YaHei"/>
              </a:rPr>
              <a:t>5. Руководитель отдела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5000"/>
              </a:lnSpc>
              <a:tabLst>
                <a:tab pos="0" algn="l"/>
              </a:tabLst>
            </a:pPr>
            <a:r>
              <a:rPr lang="ru-RU" sz="1800" b="1" u="none" strike="noStrike">
                <a:solidFill>
                  <a:srgbClr val="2657A0"/>
                </a:solidFill>
                <a:effectLst/>
                <a:highlight>
                  <a:srgbClr val="FFCDDA"/>
                </a:highlight>
                <a:uFillTx/>
                <a:latin typeface="Montserrat"/>
                <a:ea typeface="Microsoft YaHei"/>
              </a:rPr>
              <a:t>6. Кабинет психолога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5000"/>
              </a:lnSpc>
              <a:buNone/>
              <a:tabLst>
                <a:tab pos="0" algn="l"/>
              </a:tabLst>
            </a:pPr>
            <a:r>
              <a:rPr lang="ru-RU" sz="1800" b="1" u="none" strike="noStrike">
                <a:solidFill>
                  <a:srgbClr val="000000"/>
                </a:solidFill>
                <a:effectLst/>
                <a:uFillTx/>
                <a:latin typeface="Montserrat"/>
                <a:ea typeface="Microsoft YaHei"/>
              </a:rPr>
              <a:t> 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3" name=""/>
          <p:cNvPicPr/>
          <p:nvPr/>
        </p:nvPicPr>
        <p:blipFill>
          <a:blip r:embed="rId2"/>
          <a:stretch/>
        </p:blipFill>
        <p:spPr>
          <a:xfrm>
            <a:off x="360000" y="1260000"/>
            <a:ext cx="7920000" cy="4784400"/>
          </a:xfrm>
          <a:prstGeom prst="rect">
            <a:avLst/>
          </a:prstGeom>
          <a:noFill/>
          <a:ln w="12600">
            <a:noFill/>
          </a:ln>
        </p:spPr>
      </p:pic>
      <p:sp>
        <p:nvSpPr>
          <p:cNvPr id="24" name="PlaceHolder 2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77976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ctr" anchorCtr="1">
            <a:noAutofit/>
          </a:bodyPr>
          <a:p>
            <a:pPr indent="0" algn="ctr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1" u="none" strike="noStrike">
                <a:solidFill>
                  <a:srgbClr val="2657A0"/>
                </a:solidFill>
                <a:effectLst/>
                <a:uFillTx/>
                <a:latin typeface="Montserrat"/>
                <a:ea typeface="Microsoft YaHei"/>
              </a:rPr>
              <a:t>I </a:t>
            </a:r>
            <a:r>
              <a:rPr lang="ru-RU" sz="4400" b="1" u="none" strike="noStrike">
                <a:solidFill>
                  <a:srgbClr val="2657A0"/>
                </a:solidFill>
                <a:effectLst/>
                <a:uFillTx/>
                <a:latin typeface="Montserrat"/>
                <a:ea typeface="Microsoft YaHei"/>
              </a:rPr>
              <a:t>этаж</a:t>
            </a:r>
            <a:br>
              <a:rPr sz="4400"/>
            </a:br>
            <a:r>
              <a:rPr lang="ru-RU" sz="2200" b="0" u="none" strike="noStrike">
                <a:solidFill>
                  <a:srgbClr val="2657A0"/>
                </a:solidFill>
                <a:effectLst/>
                <a:uFillTx/>
                <a:latin typeface="Montserrat"/>
                <a:ea typeface="Microsoft YaHei"/>
              </a:rPr>
              <a:t>Зона быстрого обслуживания и первичного контакта</a:t>
            </a:r>
            <a:endParaRPr lang="ru-RU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3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Рисунок 11"/>
          <p:cNvPicPr/>
          <p:nvPr/>
        </p:nvPicPr>
        <p:blipFill>
          <a:blip r:embed="rId1"/>
          <a:stretch/>
        </p:blipFill>
        <p:spPr>
          <a:xfrm>
            <a:off x="360" y="0"/>
            <a:ext cx="12191040" cy="8127000"/>
          </a:xfrm>
          <a:prstGeom prst="rect">
            <a:avLst/>
          </a:prstGeom>
          <a:noFill/>
          <a:ln w="12600">
            <a:noFill/>
          </a:ln>
        </p:spPr>
      </p:pic>
      <p:sp>
        <p:nvSpPr>
          <p:cNvPr id="26" name="PlaceHolder 1"/>
          <p:cNvSpPr>
            <a:spLocks noGrp="1"/>
          </p:cNvSpPr>
          <p:nvPr>
            <p:ph/>
          </p:nvPr>
        </p:nvSpPr>
        <p:spPr>
          <a:xfrm>
            <a:off x="8460000" y="1407960"/>
            <a:ext cx="3731400" cy="417204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t">
            <a:normAutofit/>
          </a:bodyPr>
          <a:p>
            <a:pPr indent="0" algn="l">
              <a:lnSpc>
                <a:spcPct val="115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2657A0"/>
                </a:solidFill>
                <a:effectLst/>
                <a:highlight>
                  <a:srgbClr val="C6CDFF"/>
                </a:highlight>
                <a:uFillTx/>
                <a:latin typeface="Montserrat"/>
                <a:ea typeface="Microsoft YaHei"/>
              </a:rPr>
              <a:t>7. </a:t>
            </a:r>
            <a:r>
              <a:rPr lang="ru-RU" sz="1800" b="1" u="none" strike="noStrike">
                <a:solidFill>
                  <a:srgbClr val="2657A0"/>
                </a:solidFill>
                <a:effectLst/>
                <a:highlight>
                  <a:srgbClr val="C6CDFF"/>
                </a:highlight>
                <a:uFillTx/>
                <a:latin typeface="Montserrat"/>
                <a:ea typeface="Microsoft YaHei"/>
              </a:rPr>
              <a:t>Зал групповых занятий (конференц-зал)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15000"/>
              </a:lnSpc>
              <a:tabLst>
                <a:tab pos="0" algn="l"/>
              </a:tabLst>
            </a:pPr>
            <a:r>
              <a:rPr lang="ru-RU" sz="1800" b="1" u="none" strike="noStrike">
                <a:solidFill>
                  <a:srgbClr val="2657A0"/>
                </a:solidFill>
                <a:effectLst/>
                <a:highlight>
                  <a:srgbClr val="FFFFBF"/>
                </a:highlight>
                <a:uFillTx/>
                <a:latin typeface="Montserrat"/>
                <a:ea typeface="Microsoft YaHei"/>
              </a:rPr>
              <a:t>8. Зона индивидуальной работы с работодателями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15000"/>
              </a:lnSpc>
              <a:tabLst>
                <a:tab pos="0" algn="l"/>
              </a:tabLst>
            </a:pPr>
            <a:r>
              <a:rPr lang="ru-RU" sz="1800" b="1" u="none" strike="noStrike">
                <a:solidFill>
                  <a:srgbClr val="2657A0"/>
                </a:solidFill>
                <a:effectLst/>
                <a:highlight>
                  <a:srgbClr val="C6FFFF"/>
                </a:highlight>
                <a:uFillTx/>
                <a:latin typeface="Montserrat"/>
                <a:ea typeface="Microsoft YaHei"/>
              </a:rPr>
              <a:t>9. Переговорная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15000"/>
              </a:lnSpc>
              <a:tabLst>
                <a:tab pos="0" algn="l"/>
              </a:tabLst>
            </a:pPr>
            <a:r>
              <a:rPr lang="ru-RU" sz="1800" b="1" u="none" strike="noStrike">
                <a:solidFill>
                  <a:srgbClr val="2657A0"/>
                </a:solidFill>
                <a:effectLst/>
                <a:highlight>
                  <a:srgbClr val="FFCDDA"/>
                </a:highlight>
                <a:uFillTx/>
                <a:latin typeface="Montserrat"/>
                <a:ea typeface="Microsoft YaHei"/>
              </a:rPr>
              <a:t>10. Руководитель отдела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15000"/>
              </a:lnSpc>
              <a:tabLst>
                <a:tab pos="0" algn="l"/>
              </a:tabLst>
            </a:pPr>
            <a:r>
              <a:rPr lang="ru-RU" sz="1800" b="1" u="none" strike="noStrike">
                <a:solidFill>
                  <a:srgbClr val="2657A0"/>
                </a:solidFill>
                <a:effectLst/>
                <a:highlight>
                  <a:srgbClr val="FFCDDA"/>
                </a:highlight>
                <a:uFillTx/>
                <a:latin typeface="Montserrat"/>
                <a:ea typeface="Microsoft YaHei"/>
              </a:rPr>
              <a:t>11. Электронное тестирование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15000"/>
              </a:lnSpc>
              <a:tabLst>
                <a:tab pos="0" algn="l"/>
              </a:tabLst>
            </a:pPr>
            <a:r>
              <a:rPr lang="ru-RU" sz="1800" b="1" u="none" strike="noStrike">
                <a:solidFill>
                  <a:srgbClr val="2657A0"/>
                </a:solidFill>
                <a:effectLst/>
                <a:highlight>
                  <a:srgbClr val="C6CDDA"/>
                </a:highlight>
                <a:uFillTx/>
                <a:latin typeface="Montserrat"/>
                <a:ea typeface="Microsoft YaHei"/>
              </a:rPr>
              <a:t>12. Архив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7" name=""/>
          <p:cNvPicPr/>
          <p:nvPr/>
        </p:nvPicPr>
        <p:blipFill>
          <a:blip r:embed="rId2"/>
          <a:stretch/>
        </p:blipFill>
        <p:spPr>
          <a:xfrm>
            <a:off x="720000" y="1249200"/>
            <a:ext cx="7380000" cy="4770000"/>
          </a:xfrm>
          <a:prstGeom prst="rect">
            <a:avLst/>
          </a:prstGeom>
          <a:noFill/>
          <a:ln w="12600">
            <a:noFill/>
          </a:ln>
        </p:spPr>
      </p:pic>
      <p:sp>
        <p:nvSpPr>
          <p:cNvPr id="28" name="PlaceHolder 2"/>
          <p:cNvSpPr>
            <a:spLocks noGrp="1"/>
          </p:cNvSpPr>
          <p:nvPr>
            <p:ph type="title"/>
          </p:nvPr>
        </p:nvSpPr>
        <p:spPr>
          <a:xfrm>
            <a:off x="838440" y="365040"/>
            <a:ext cx="10514520" cy="77976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ctr" anchorCtr="1">
            <a:noAutofit/>
          </a:bodyPr>
          <a:p>
            <a:pPr indent="0" algn="ctr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1" u="none" strike="noStrike">
                <a:solidFill>
                  <a:srgbClr val="2657A0"/>
                </a:solidFill>
                <a:effectLst/>
                <a:uFillTx/>
                <a:latin typeface="Montserrat"/>
                <a:ea typeface="Microsoft YaHei"/>
              </a:rPr>
              <a:t>II </a:t>
            </a:r>
            <a:r>
              <a:rPr lang="ru-RU" sz="4400" b="1" u="none" strike="noStrike">
                <a:solidFill>
                  <a:srgbClr val="2657A0"/>
                </a:solidFill>
                <a:effectLst/>
                <a:uFillTx/>
                <a:latin typeface="Montserrat"/>
                <a:ea typeface="Microsoft YaHei"/>
              </a:rPr>
              <a:t>этаж</a:t>
            </a:r>
            <a:br>
              <a:rPr sz="4400"/>
            </a:br>
            <a:r>
              <a:rPr lang="ru-RU" sz="2200" b="0" u="none" strike="noStrike">
                <a:solidFill>
                  <a:srgbClr val="2657A0"/>
                </a:solidFill>
                <a:effectLst/>
                <a:uFillTx/>
                <a:latin typeface="Montserrat"/>
                <a:ea typeface="Microsoft YaHei"/>
              </a:rPr>
              <a:t>Зона углублённого консультирования и взаимодействия</a:t>
            </a:r>
            <a:r>
              <a:rPr lang="en-US" sz="2200" b="0" u="none" strike="noStrike">
                <a:solidFill>
                  <a:srgbClr val="2657A0"/>
                </a:solidFill>
                <a:effectLst/>
                <a:uFillTx/>
                <a:latin typeface="Montserrat"/>
                <a:ea typeface="Microsoft YaHei"/>
              </a:rPr>
              <a:t> </a:t>
            </a:r>
            <a:r>
              <a:rPr lang="ru-RU" sz="2200" b="0" u="none" strike="noStrike">
                <a:solidFill>
                  <a:srgbClr val="2657A0"/>
                </a:solidFill>
                <a:effectLst/>
                <a:uFillTx/>
                <a:latin typeface="Montserrat"/>
                <a:ea typeface="Microsoft YaHei"/>
              </a:rPr>
              <a:t>с работодателями</a:t>
            </a:r>
            <a:endParaRPr lang="ru-RU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3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Рисунок 7"/>
          <p:cNvPicPr/>
          <p:nvPr/>
        </p:nvPicPr>
        <p:blipFill>
          <a:blip r:embed="rId1"/>
          <a:stretch/>
        </p:blipFill>
        <p:spPr>
          <a:xfrm>
            <a:off x="0" y="0"/>
            <a:ext cx="12191040" cy="8127000"/>
          </a:xfrm>
          <a:prstGeom prst="rect">
            <a:avLst/>
          </a:prstGeom>
          <a:noFill/>
          <a:ln w="12600">
            <a:noFill/>
          </a:ln>
        </p:spPr>
      </p:pic>
      <p:sp>
        <p:nvSpPr>
          <p:cNvPr id="30" name="PlaceHolder 1"/>
          <p:cNvSpPr>
            <a:spLocks noGrp="1"/>
          </p:cNvSpPr>
          <p:nvPr>
            <p:ph/>
          </p:nvPr>
        </p:nvSpPr>
        <p:spPr>
          <a:xfrm>
            <a:off x="8280000" y="1440000"/>
            <a:ext cx="3749040" cy="434844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t">
            <a:normAutofit/>
          </a:bodyPr>
          <a:p>
            <a:pPr indent="0" algn="l">
              <a:lnSpc>
                <a:spcPct val="105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657A0"/>
                </a:solidFill>
                <a:effectLst/>
                <a:highlight>
                  <a:srgbClr val="FFFFBF"/>
                </a:highlight>
                <a:uFillTx/>
                <a:latin typeface="Montserrat"/>
                <a:ea typeface="Microsoft YaHei"/>
              </a:rPr>
              <a:t>13. </a:t>
            </a:r>
            <a:r>
              <a:rPr lang="ru-RU" sz="1500" b="1" u="none" strike="noStrike">
                <a:solidFill>
                  <a:srgbClr val="2657A0"/>
                </a:solidFill>
                <a:effectLst/>
                <a:highlight>
                  <a:srgbClr val="FFFFBF"/>
                </a:highlight>
                <a:uFillTx/>
                <a:latin typeface="Montserrat"/>
                <a:ea typeface="Microsoft YaHei"/>
              </a:rPr>
              <a:t>Кабинет руководителя территориального ЦЗН 2-го уровня</a:t>
            </a:r>
            <a:endParaRPr lang="ru-RU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5000"/>
              </a:lnSpc>
              <a:tabLst>
                <a:tab pos="0" algn="l"/>
              </a:tabLst>
            </a:pPr>
            <a:r>
              <a:rPr lang="ru-RU" sz="1500" b="1" u="none" strike="noStrike">
                <a:solidFill>
                  <a:srgbClr val="2657A0"/>
                </a:solidFill>
                <a:effectLst/>
                <a:highlight>
                  <a:srgbClr val="D9FED3"/>
                </a:highlight>
                <a:uFillTx/>
                <a:latin typeface="Montserrat"/>
                <a:ea typeface="Microsoft YaHei"/>
              </a:rPr>
              <a:t>14. Кабинет специалиста</a:t>
            </a:r>
            <a:endParaRPr lang="ru-RU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5000"/>
              </a:lnSpc>
              <a:tabLst>
                <a:tab pos="0" algn="l"/>
              </a:tabLst>
            </a:pPr>
            <a:r>
              <a:rPr lang="ru-RU" sz="1500" b="1" u="none" strike="noStrike">
                <a:solidFill>
                  <a:srgbClr val="2657A0"/>
                </a:solidFill>
                <a:effectLst/>
                <a:highlight>
                  <a:srgbClr val="CDD8FF"/>
                </a:highlight>
                <a:uFillTx/>
                <a:latin typeface="Montserrat"/>
                <a:ea typeface="Microsoft YaHei"/>
              </a:rPr>
              <a:t>15. Сервер</a:t>
            </a:r>
            <a:endParaRPr lang="ru-RU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5000"/>
              </a:lnSpc>
              <a:tabLst>
                <a:tab pos="0" algn="l"/>
              </a:tabLst>
            </a:pPr>
            <a:r>
              <a:rPr lang="ru-RU" sz="1500" b="1" u="none" strike="noStrike">
                <a:solidFill>
                  <a:srgbClr val="2657A0"/>
                </a:solidFill>
                <a:effectLst/>
                <a:highlight>
                  <a:srgbClr val="FFD8FF"/>
                </a:highlight>
                <a:uFillTx/>
                <a:latin typeface="Montserrat"/>
                <a:ea typeface="Microsoft YaHei"/>
              </a:rPr>
              <a:t>16. Руководитель отдела</a:t>
            </a:r>
            <a:endParaRPr lang="ru-RU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5000"/>
              </a:lnSpc>
              <a:tabLst>
                <a:tab pos="0" algn="l"/>
              </a:tabLst>
            </a:pPr>
            <a:r>
              <a:rPr lang="ru-RU" sz="1500" b="1" u="none" strike="noStrike">
                <a:solidFill>
                  <a:srgbClr val="2657A0"/>
                </a:solidFill>
                <a:effectLst/>
                <a:highlight>
                  <a:srgbClr val="FFBFBF"/>
                </a:highlight>
                <a:uFillTx/>
                <a:latin typeface="Montserrat"/>
                <a:ea typeface="Microsoft YaHei"/>
              </a:rPr>
              <a:t>17. Зона индивидуальной работы с гражданами</a:t>
            </a:r>
            <a:endParaRPr lang="ru-RU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5000"/>
              </a:lnSpc>
              <a:tabLst>
                <a:tab pos="0" algn="l"/>
              </a:tabLst>
            </a:pPr>
            <a:r>
              <a:rPr lang="ru-RU" sz="1500" b="1" u="none" strike="noStrike">
                <a:solidFill>
                  <a:srgbClr val="2657A0"/>
                </a:solidFill>
                <a:effectLst/>
                <a:highlight>
                  <a:srgbClr val="FFBFBF"/>
                </a:highlight>
                <a:uFillTx/>
                <a:latin typeface="Montserrat"/>
                <a:ea typeface="Microsoft YaHei"/>
              </a:rPr>
              <a:t>17.1. Кабинет специалиста</a:t>
            </a:r>
            <a:endParaRPr lang="ru-RU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5000"/>
              </a:lnSpc>
              <a:tabLst>
                <a:tab pos="0" algn="l"/>
              </a:tabLst>
            </a:pPr>
            <a:r>
              <a:rPr lang="ru-RU" sz="1500" b="1" u="none" strike="noStrike">
                <a:solidFill>
                  <a:srgbClr val="2657A0"/>
                </a:solidFill>
                <a:effectLst/>
                <a:highlight>
                  <a:srgbClr val="FFBFBF"/>
                </a:highlight>
                <a:uFillTx/>
                <a:latin typeface="Montserrat"/>
                <a:ea typeface="Microsoft YaHei"/>
              </a:rPr>
              <a:t>17.2. Кабинет специалиста</a:t>
            </a:r>
            <a:endParaRPr lang="ru-RU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5000"/>
              </a:lnSpc>
              <a:tabLst>
                <a:tab pos="0" algn="l"/>
              </a:tabLst>
            </a:pPr>
            <a:r>
              <a:rPr lang="ru-RU" sz="1500" b="1" u="none" strike="noStrike">
                <a:solidFill>
                  <a:srgbClr val="2657A0"/>
                </a:solidFill>
                <a:effectLst/>
                <a:highlight>
                  <a:srgbClr val="FFBFBF"/>
                </a:highlight>
                <a:uFillTx/>
                <a:latin typeface="Montserrat"/>
                <a:ea typeface="Microsoft YaHei"/>
              </a:rPr>
              <a:t>17.3. Кабинет специалиста</a:t>
            </a:r>
            <a:endParaRPr lang="ru-RU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5000"/>
              </a:lnSpc>
              <a:tabLst>
                <a:tab pos="0" algn="l"/>
              </a:tabLst>
            </a:pPr>
            <a:r>
              <a:rPr lang="ru-RU" sz="1500" b="1" u="none" strike="noStrike">
                <a:solidFill>
                  <a:srgbClr val="2657A0"/>
                </a:solidFill>
                <a:effectLst/>
                <a:highlight>
                  <a:srgbClr val="C6CDDA"/>
                </a:highlight>
                <a:uFillTx/>
                <a:latin typeface="Montserrat"/>
                <a:ea typeface="Microsoft YaHei"/>
              </a:rPr>
              <a:t>18. Гардероб</a:t>
            </a:r>
            <a:endParaRPr lang="ru-RU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5000"/>
              </a:lnSpc>
              <a:tabLst>
                <a:tab pos="0" algn="l"/>
              </a:tabLst>
            </a:pPr>
            <a:r>
              <a:rPr lang="ru-RU" sz="1500" b="1" u="none" strike="noStrike">
                <a:solidFill>
                  <a:srgbClr val="2657A0"/>
                </a:solidFill>
                <a:effectLst/>
                <a:highlight>
                  <a:srgbClr val="CBD3E7"/>
                </a:highlight>
                <a:uFillTx/>
                <a:latin typeface="Montserrat"/>
                <a:ea typeface="Microsoft YaHei"/>
              </a:rPr>
              <a:t>19. Кухня и зона отдыха для сотрудников</a:t>
            </a:r>
            <a:endParaRPr lang="ru-RU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5000"/>
              </a:lnSpc>
              <a:tabLst>
                <a:tab pos="0" algn="l"/>
              </a:tabLst>
            </a:pPr>
            <a:r>
              <a:rPr lang="ru-RU" sz="1500" b="1" u="none" strike="noStrike">
                <a:solidFill>
                  <a:srgbClr val="2657A0"/>
                </a:solidFill>
                <a:effectLst/>
                <a:highlight>
                  <a:srgbClr val="BFBFFF"/>
                </a:highlight>
                <a:uFillTx/>
                <a:latin typeface="Montserrat"/>
                <a:ea typeface="Microsoft YaHei"/>
              </a:rPr>
              <a:t>20. Кабинет специалиста</a:t>
            </a:r>
            <a:endParaRPr lang="ru-RU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title"/>
          </p:nvPr>
        </p:nvSpPr>
        <p:spPr>
          <a:xfrm>
            <a:off x="838800" y="365040"/>
            <a:ext cx="10514520" cy="77976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ctr" anchorCtr="1">
            <a:noAutofit/>
          </a:bodyPr>
          <a:p>
            <a:pPr indent="0" algn="ctr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1" u="none" strike="noStrike">
                <a:solidFill>
                  <a:srgbClr val="2657A0"/>
                </a:solidFill>
                <a:effectLst/>
                <a:uFillTx/>
                <a:latin typeface="Montserrat"/>
                <a:ea typeface="Microsoft YaHei"/>
              </a:rPr>
              <a:t>III </a:t>
            </a:r>
            <a:r>
              <a:rPr lang="ru-RU" sz="4400" b="1" u="none" strike="noStrike">
                <a:solidFill>
                  <a:srgbClr val="2657A0"/>
                </a:solidFill>
                <a:effectLst/>
                <a:uFillTx/>
                <a:latin typeface="Montserrat"/>
                <a:ea typeface="Microsoft YaHei"/>
              </a:rPr>
              <a:t>этаж</a:t>
            </a:r>
            <a:br>
              <a:rPr sz="4400"/>
            </a:br>
            <a:r>
              <a:rPr lang="ru-RU" sz="2200" b="0" u="none" strike="noStrike">
                <a:solidFill>
                  <a:srgbClr val="2657A0"/>
                </a:solidFill>
                <a:effectLst/>
                <a:uFillTx/>
                <a:latin typeface="Montserrat"/>
                <a:ea typeface="Microsoft YaHei"/>
              </a:rPr>
              <a:t>Административные и рабочие зоны для персонала</a:t>
            </a:r>
            <a:endParaRPr lang="ru-RU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2" name=""/>
          <p:cNvPicPr/>
          <p:nvPr/>
        </p:nvPicPr>
        <p:blipFill>
          <a:blip r:embed="rId2"/>
          <a:stretch/>
        </p:blipFill>
        <p:spPr>
          <a:xfrm>
            <a:off x="360000" y="1440000"/>
            <a:ext cx="7920000" cy="4586400"/>
          </a:xfrm>
          <a:prstGeom prst="rect">
            <a:avLst/>
          </a:prstGeom>
          <a:noFill/>
          <a:ln w="12600">
            <a:noFill/>
          </a:ln>
        </p:spPr>
      </p:pic>
    </p:spTree>
  </p:cSld>
  <mc:AlternateContent>
    <mc:Choice Requires="p14">
      <p:transition spd="slow" p14:dur="3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Рисунок 6"/>
          <p:cNvPicPr/>
          <p:nvPr/>
        </p:nvPicPr>
        <p:blipFill>
          <a:blip r:embed="rId1"/>
          <a:stretch/>
        </p:blipFill>
        <p:spPr>
          <a:xfrm>
            <a:off x="1080" y="0"/>
            <a:ext cx="12191040" cy="8127000"/>
          </a:xfrm>
          <a:prstGeom prst="rect">
            <a:avLst/>
          </a:prstGeom>
          <a:noFill/>
          <a:ln w="12600">
            <a:noFill/>
          </a:ln>
        </p:spPr>
      </p:pic>
      <p:pic>
        <p:nvPicPr>
          <p:cNvPr id="34" name=""/>
          <p:cNvPicPr/>
          <p:nvPr/>
        </p:nvPicPr>
        <p:blipFill>
          <a:blip r:embed="rId2"/>
          <a:stretch/>
        </p:blipFill>
        <p:spPr>
          <a:xfrm>
            <a:off x="1080000" y="160560"/>
            <a:ext cx="9677160" cy="5846400"/>
          </a:xfrm>
          <a:prstGeom prst="rect">
            <a:avLst/>
          </a:prstGeom>
          <a:noFill/>
          <a:ln w="12600">
            <a:noFill/>
          </a:ln>
        </p:spPr>
      </p:pic>
    </p:spTree>
  </p:cSld>
  <mc:AlternateContent>
    <mc:Choice Requires="p14">
      <p:transition spd="slow" p14:dur="3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Рисунок 8"/>
          <p:cNvPicPr/>
          <p:nvPr/>
        </p:nvPicPr>
        <p:blipFill>
          <a:blip r:embed="rId1"/>
          <a:stretch/>
        </p:blipFill>
        <p:spPr>
          <a:xfrm>
            <a:off x="1080" y="0"/>
            <a:ext cx="12191040" cy="8127000"/>
          </a:xfrm>
          <a:prstGeom prst="rect">
            <a:avLst/>
          </a:prstGeom>
          <a:noFill/>
          <a:ln w="12600">
            <a:noFill/>
          </a:ln>
        </p:spPr>
      </p:pic>
      <p:pic>
        <p:nvPicPr>
          <p:cNvPr id="36" name=""/>
          <p:cNvPicPr/>
          <p:nvPr/>
        </p:nvPicPr>
        <p:blipFill>
          <a:blip r:embed="rId2"/>
          <a:stretch/>
        </p:blipFill>
        <p:spPr>
          <a:xfrm>
            <a:off x="1080000" y="160560"/>
            <a:ext cx="9677160" cy="5846400"/>
          </a:xfrm>
          <a:prstGeom prst="rect">
            <a:avLst/>
          </a:prstGeom>
          <a:noFill/>
          <a:ln w="12600">
            <a:noFill/>
          </a:ln>
        </p:spPr>
      </p:pic>
    </p:spTree>
  </p:cSld>
  <mc:AlternateContent>
    <mc:Choice Requires="p14">
      <p:transition spd="slow" p14:dur="3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Рисунок 10"/>
          <p:cNvPicPr/>
          <p:nvPr/>
        </p:nvPicPr>
        <p:blipFill>
          <a:blip r:embed="rId1"/>
          <a:stretch/>
        </p:blipFill>
        <p:spPr>
          <a:xfrm>
            <a:off x="1080" y="0"/>
            <a:ext cx="12191040" cy="8127000"/>
          </a:xfrm>
          <a:prstGeom prst="rect">
            <a:avLst/>
          </a:prstGeom>
          <a:noFill/>
          <a:ln w="12600">
            <a:noFill/>
          </a:ln>
        </p:spPr>
      </p:pic>
      <p:pic>
        <p:nvPicPr>
          <p:cNvPr id="38" name=""/>
          <p:cNvPicPr/>
          <p:nvPr/>
        </p:nvPicPr>
        <p:blipFill>
          <a:blip r:embed="rId2"/>
          <a:stretch/>
        </p:blipFill>
        <p:spPr>
          <a:xfrm>
            <a:off x="1080000" y="160560"/>
            <a:ext cx="9677160" cy="5846400"/>
          </a:xfrm>
          <a:prstGeom prst="rect">
            <a:avLst/>
          </a:prstGeom>
          <a:noFill/>
          <a:ln w="12600">
            <a:noFill/>
          </a:ln>
        </p:spPr>
      </p:pic>
    </p:spTree>
  </p:cSld>
  <mc:AlternateContent>
    <mc:Choice Requires="p14">
      <p:transition spd="slow" p14:dur="3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Рисунок 3"/>
          <p:cNvPicPr/>
          <p:nvPr/>
        </p:nvPicPr>
        <p:blipFill>
          <a:blip r:embed="rId1"/>
          <a:stretch/>
        </p:blipFill>
        <p:spPr>
          <a:xfrm>
            <a:off x="1080" y="0"/>
            <a:ext cx="12191040" cy="8127000"/>
          </a:xfrm>
          <a:prstGeom prst="rect">
            <a:avLst/>
          </a:prstGeom>
          <a:noFill/>
          <a:ln w="12600">
            <a:noFill/>
          </a:ln>
        </p:spPr>
      </p:pic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260640" y="900000"/>
            <a:ext cx="11619360" cy="372960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ctr" anchorCtr="1">
            <a:norm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3600" b="1" u="none" strike="noStrike">
                <a:solidFill>
                  <a:srgbClr val="2657A0"/>
                </a:solidFill>
                <a:effectLst/>
                <a:uFillTx/>
                <a:latin typeface="Montserrat"/>
                <a:ea typeface="Microsoft YaHei"/>
              </a:rPr>
              <a:t>Спасибо за внимание!</a:t>
            </a:r>
            <a:endParaRPr lang="ru-RU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3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39</TotalTime>
  <Application>LibreOffice/26.2.0.3$Windows_X86_64 LibreOffice_project/620$Build-3</Application>
  <AppVersion>15.0000</AppVersion>
  <Company>SPecialiST RePack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2025-11-13T17:54:24Z</dcterms:created>
  <dc:creator/>
  <dc:description/>
  <dc:language>ru-RU</dc:language>
  <cp:lastModifiedBy/>
  <dcterms:modified xsi:type="dcterms:W3CDTF">2025-12-03T14:14:22Z</dcterms:modified>
  <cp:revision>7</cp:revision>
  <dc:subject/>
  <dc:title>Презентация PowerPoint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Широкоэкранный</vt:lpwstr>
  </property>
  <property fmtid="{D5CDD505-2E9C-101B-9397-08002B2CF9AE}" pid="3" name="Slides">
    <vt:r8>4</vt:r8>
  </property>
</Properties>
</file>